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4" r:id="rId7"/>
    <p:sldId id="902" r:id="rId8"/>
    <p:sldId id="905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10-sept-2026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53261"/>
              </p:ext>
            </p:extLst>
          </p:nvPr>
        </p:nvGraphicFramePr>
        <p:xfrm>
          <a:off x="9187152" y="3833630"/>
          <a:ext cx="4933574" cy="3247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33574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6209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6605777"/>
                  </a:ext>
                </a:extLst>
              </a:tr>
              <a:tr h="26266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Shailaja - 2420030447</a:t>
                      </a:r>
                    </a:p>
                    <a:p>
                      <a:pPr marL="0" algn="l" defTabSz="914400" rtl="0" eaLnBrk="1" latinLnBrk="0" hangingPunct="1"/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Yashaswini - 2420030016</a:t>
                      </a:r>
                    </a:p>
                    <a:p>
                      <a:pPr marL="0" algn="l" defTabSz="914400" rtl="0" eaLnBrk="1" latinLnBrk="0" hangingPunct="1"/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Bhagyalaxmi - 2420030700</a:t>
                      </a:r>
                    </a:p>
                    <a:p>
                      <a:pPr marL="0" algn="l" defTabSz="914400" rtl="0" eaLnBrk="1" latinLnBrk="0" hangingPunct="1"/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952439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60516" y="807140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</a:rPr>
              <a:t>Real Estate Price Exploration Tool</a:t>
            </a:r>
            <a:r>
              <a:rPr lang="en-IN" sz="2400" dirty="0">
                <a:solidFill>
                  <a:schemeClr val="bg1"/>
                </a:solidFill>
              </a:rPr>
              <a:t> – EDA + visualization to uncover price-driving factors across cities/localities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69412" y="2099592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</a:t>
            </a: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55017" y="355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C13165-5376-6045-25EE-E2F08913CA34}"/>
              </a:ext>
            </a:extLst>
          </p:cNvPr>
          <p:cNvSpPr txBox="1"/>
          <p:nvPr/>
        </p:nvSpPr>
        <p:spPr>
          <a:xfrm>
            <a:off x="650240" y="1228397"/>
            <a:ext cx="11297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Real estate data contains a large number of property records with different features and prices. It is difficult for users to manually identify which factors have the greatest impact on property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There is a need for a simple exploration tool that can </a:t>
            </a:r>
            <a:r>
              <a:rPr lang="en-IN" sz="2000" dirty="0" err="1"/>
              <a:t>analyze</a:t>
            </a:r>
            <a:r>
              <a:rPr lang="en-IN" sz="2000" dirty="0"/>
              <a:t> real estate data and visually compare prices based on </a:t>
            </a:r>
            <a:r>
              <a:rPr lang="en-IN" sz="2000" b="1" dirty="0"/>
              <a:t>cities, localities, property characteristics, and other important factors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proposed system uses </a:t>
            </a:r>
            <a:r>
              <a:rPr lang="en-IN" sz="2000" b="1" dirty="0"/>
              <a:t>EDA and visualization techniques</a:t>
            </a:r>
            <a:r>
              <a:rPr lang="en-IN" sz="2000" dirty="0"/>
              <a:t> to uncover meaningful patterns and price-driving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Users may struggle to compare a large number of properties manually.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locations can show significant variations in property prices.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Raw datasets are difficult to interpret without proper visual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visual exploration tool can simplify complex real estate information.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4596370" y="33016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Focus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55172F-809F-0C2C-D925-EE78837E0A3A}"/>
              </a:ext>
            </a:extLst>
          </p:cNvPr>
          <p:cNvSpPr txBox="1"/>
          <p:nvPr/>
        </p:nvSpPr>
        <p:spPr>
          <a:xfrm>
            <a:off x="497840" y="952712"/>
            <a:ext cx="11369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focuses on exploring real estate data using </a:t>
            </a:r>
            <a:r>
              <a:rPr lang="en-IN" sz="2000" b="1" dirty="0"/>
              <a:t>Exploratory Data Analysis (EDA)</a:t>
            </a:r>
            <a:r>
              <a:rPr lang="en-IN" sz="2000" dirty="0"/>
              <a:t> to understand important patterns and price variations.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aims to identify the major factors such as </a:t>
            </a:r>
            <a:r>
              <a:rPr lang="en-IN" sz="2000" b="1" dirty="0"/>
              <a:t>location, property area, bedrooms, bathrooms, and property type</a:t>
            </a:r>
            <a:r>
              <a:rPr lang="en-IN" sz="2000" dirty="0"/>
              <a:t> that influence real estate prices.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system focuses on comparing property prices across </a:t>
            </a:r>
            <a:r>
              <a:rPr lang="en-IN" sz="2000" b="1" dirty="0"/>
              <a:t>different cities and localities</a:t>
            </a:r>
            <a:r>
              <a:rPr lang="en-IN" sz="2000" dirty="0"/>
              <a:t> to identify high-value and affordable areas.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visualization techniques are used to represent </a:t>
            </a:r>
            <a:r>
              <a:rPr lang="en-IN" sz="2000" b="1" dirty="0"/>
              <a:t>price trends, relationships, distributions, and outliers</a:t>
            </a:r>
            <a:r>
              <a:rPr lang="en-IN" sz="2000" dirty="0"/>
              <a:t> in an understandable way.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</a:t>
            </a:r>
            <a:r>
              <a:rPr lang="en-IN" sz="2000" dirty="0" err="1"/>
              <a:t>analyzes</a:t>
            </a:r>
            <a:r>
              <a:rPr lang="en-IN" sz="2000" dirty="0"/>
              <a:t> how property characteristics contribute to differences in prices across various locations.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converts raw real estate data into </a:t>
            </a:r>
            <a:r>
              <a:rPr lang="en-IN" sz="2000" b="1" dirty="0"/>
              <a:t>clear and meaningful visual insights</a:t>
            </a:r>
            <a:r>
              <a:rPr lang="en-IN" sz="2000" dirty="0"/>
              <a:t> for easier interpretation.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overall focus is to understand </a:t>
            </a:r>
            <a:r>
              <a:rPr lang="en-IN" sz="2000" b="1" dirty="0"/>
              <a:t>why property prices differ across locations</a:t>
            </a:r>
            <a:r>
              <a:rPr lang="en-IN" sz="2000" dirty="0"/>
              <a:t> rather than only predicting the final property price.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09F6-D69E-CDF8-52E7-F17EB989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A82E1E-D75F-CA4E-DF8E-8734333FE326}"/>
              </a:ext>
            </a:extLst>
          </p:cNvPr>
          <p:cNvSpPr txBox="1"/>
          <p:nvPr/>
        </p:nvSpPr>
        <p:spPr>
          <a:xfrm>
            <a:off x="3951257" y="3112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</a:t>
            </a:r>
            <a:r>
              <a:rPr lang="en-IN" sz="3600" b="1" dirty="0"/>
              <a:t>NTRODUCTION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F3CE9-A9DB-58A8-CDE4-E4E7FED2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23C842-3FAE-44AB-3F99-6F85D612A5DA}"/>
              </a:ext>
            </a:extLst>
          </p:cNvPr>
          <p:cNvSpPr txBox="1"/>
          <p:nvPr/>
        </p:nvSpPr>
        <p:spPr>
          <a:xfrm>
            <a:off x="467360" y="1280160"/>
            <a:ext cx="11257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real estate market contains properties with different prices across cities and localities.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Property prices are influenced by factors such as </a:t>
            </a:r>
            <a:r>
              <a:rPr lang="en-IN" sz="2000" b="1" dirty="0"/>
              <a:t>location, area, number of bedrooms, bathrooms, property type, and amenities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Large real estate datasets can be difficult to understand directly.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Exploratory Data Analysis (EDA)</a:t>
            </a:r>
            <a:r>
              <a:rPr lang="en-IN" sz="2000" dirty="0"/>
              <a:t> helps identify patterns, trends, relationships, and unusual values in the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Data visualization makes these insights easier to understand and compare.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This project develops a </a:t>
            </a:r>
            <a:r>
              <a:rPr lang="en-IN" sz="2000" b="1" dirty="0"/>
              <a:t>Real Estate Price Exploration Tool</a:t>
            </a:r>
            <a:r>
              <a:rPr lang="en-IN" sz="2000" dirty="0"/>
              <a:t> to </a:t>
            </a:r>
            <a:r>
              <a:rPr lang="en-IN" sz="2000" dirty="0" err="1"/>
              <a:t>analyze</a:t>
            </a:r>
            <a:r>
              <a:rPr lang="en-IN" sz="2000" dirty="0"/>
              <a:t> property prices and identify the major factors influencing them.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86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467347"/>
              </p:ext>
            </p:extLst>
          </p:nvPr>
        </p:nvGraphicFramePr>
        <p:xfrm>
          <a:off x="274646" y="689466"/>
          <a:ext cx="11642705" cy="55487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63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31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Zulkifley</a:t>
                      </a:r>
                      <a:r>
                        <a:rPr lang="en-IN" sz="1400" dirty="0"/>
                        <a:t> et al. (2020)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House Price Prediction using a Machine Learning Model: A Survey of Literature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Uses ML techniques such as SVR, ANN and </a:t>
                      </a:r>
                      <a:r>
                        <a:rPr lang="en-IN" sz="1400" dirty="0" err="1"/>
                        <a:t>XGBoost</a:t>
                      </a:r>
                      <a:r>
                        <a:rPr lang="en-IN" sz="1400" dirty="0"/>
                        <a:t> for house price prediction.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ML techniques can effectively predict property prices using property-related features.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Mainly focuses on price prediction; data cleaning and quality management are not the main focus.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62023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Ja’afar et al. (2021)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Machine Learning for Property Price Prediction and Price Valuation: A Systematic Literature Review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Reviews different ML techniques used for property price prediction and valuation.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Random Forest and other ML methods show good performance for property price prediction.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Does not provide a complete pipeline combining data cleaning, quality scoring and duplicate detection.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62023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Soltani et al. (2022)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Housing Price Prediction Incorporating </a:t>
                      </a:r>
                      <a:r>
                        <a:rPr lang="en-IN" sz="1400" dirty="0" err="1"/>
                        <a:t>Spatio</a:t>
                      </a:r>
                      <a:r>
                        <a:rPr lang="en-IN" sz="1400" dirty="0"/>
                        <a:t>-Temporal Dependency into Machine Learning Algorithms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Uses spatial, temporal and property features with tree-based and ensemble ML models.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Location and time have an important influence on housing prices.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prediction and spatial-temporal analysis rather than complete data-quality processing.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4" y="48137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4822-A07E-7E8F-2886-310BBF443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7E6B7-58F6-1E9D-EE75-571452AFBFEA}"/>
              </a:ext>
            </a:extLst>
          </p:cNvPr>
          <p:cNvSpPr txBox="1"/>
          <p:nvPr/>
        </p:nvSpPr>
        <p:spPr>
          <a:xfrm>
            <a:off x="3890297" y="2597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</a:t>
            </a:r>
            <a:r>
              <a:rPr lang="en-IN" sz="3600" b="1" dirty="0"/>
              <a:t>HALLENGES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67520-BC4F-1A8B-FA3C-94A6F1CFB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1FC082-18E4-1AFF-7F3D-5E91DCF52D1F}"/>
              </a:ext>
            </a:extLst>
          </p:cNvPr>
          <p:cNvSpPr txBox="1"/>
          <p:nvPr/>
        </p:nvSpPr>
        <p:spPr>
          <a:xfrm>
            <a:off x="812800" y="1148080"/>
            <a:ext cx="112572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Handling missing and incomplete values in the real estate dataset.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Removing duplicate and inconsistent property records during preprocessing.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Managing different formats used for </a:t>
            </a:r>
            <a:r>
              <a:rPr lang="en-IN" sz="2000" b="1" dirty="0"/>
              <a:t>property prices, area, and locations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Comparing properties from cities and localities with different market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Identifying the most important features from a large number of available attributes.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Detecting and handling extreme values and price outliers.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Creating visualizations that provide useful information without making the dashboard complicated.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Processing large datasets efficiently while maintaining accurate analysis.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5447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1327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104976-4FA4-82B9-8BF3-786C6900E247}"/>
              </a:ext>
            </a:extLst>
          </p:cNvPr>
          <p:cNvSpPr txBox="1"/>
          <p:nvPr/>
        </p:nvSpPr>
        <p:spPr>
          <a:xfrm>
            <a:off x="975360" y="992009"/>
            <a:ext cx="10566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Most existing real estate systems focus mainly on </a:t>
            </a:r>
            <a:r>
              <a:rPr lang="en-IN" sz="2000" b="1" dirty="0"/>
              <a:t>predicting property prices</a:t>
            </a:r>
            <a:r>
              <a:rPr lang="en-IN" sz="2000" dirty="0"/>
              <a:t> rather than exploring the reasons behind price variations.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attention is given to understanding how different property features affect prices across various locations.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Comparing property prices between different cities and localities can be difficult using raw datasets.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datasets require proper preprocessing and visualization before meaningful insights can be obtained.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There is a need for a combined system that uses </a:t>
            </a:r>
            <a:r>
              <a:rPr lang="en-IN" sz="2000" b="1" dirty="0"/>
              <a:t>EDA and visualization for easy real estate price exploration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Users need a simple way to filter, compare, and understand large amounts of property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proposed tool addresses this gap by focusing on </a:t>
            </a:r>
            <a:r>
              <a:rPr lang="en-IN" sz="2000" b="1" dirty="0"/>
              <a:t>exploration, comparison, and interpretation of price-driving factors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58" y="12390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0D4AD-A06C-1873-A2AA-8E978E83A4CF}"/>
              </a:ext>
            </a:extLst>
          </p:cNvPr>
          <p:cNvSpPr txBox="1"/>
          <p:nvPr/>
        </p:nvSpPr>
        <p:spPr>
          <a:xfrm>
            <a:off x="1082038" y="917912"/>
            <a:ext cx="100279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focuses on </a:t>
            </a:r>
            <a:r>
              <a:rPr lang="en-IN" sz="2000" b="1" dirty="0"/>
              <a:t>exploring and understanding property prices</a:t>
            </a:r>
            <a:r>
              <a:rPr lang="en-IN" sz="2000" dirty="0"/>
              <a:t> instead of concentrating only on price prediction.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provides city-wise and locality-wise analysis to understand how prices vary across different regions.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Multiple EDA techniques are combined with visualizations to provide a complete view of the real estate dataset.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tool helps </a:t>
            </a:r>
            <a:r>
              <a:rPr lang="en-IN" sz="2000" dirty="0" err="1"/>
              <a:t>analyze</a:t>
            </a:r>
            <a:r>
              <a:rPr lang="en-IN" sz="2000" dirty="0"/>
              <a:t> the influence of factors such as </a:t>
            </a:r>
            <a:r>
              <a:rPr lang="en-IN" sz="2000" b="1" dirty="0"/>
              <a:t>location, area, bedrooms, bathrooms, and property type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Users can identify price patterns, trends, relationships, and unusual property values through visual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system converts complex real estate data into </a:t>
            </a:r>
            <a:r>
              <a:rPr lang="en-IN" sz="2000" b="1" dirty="0"/>
              <a:t>simple and understandable insights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Interactive exploration can help users examine different aspects of the dataset according to their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426459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276CAB-8294-12A9-9E44-B6A81C95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02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995</Words>
  <Application>Microsoft Office PowerPoint</Application>
  <PresentationFormat>Widescreen</PresentationFormat>
  <Paragraphs>146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shailaja.g9908@outlook.com</cp:lastModifiedBy>
  <cp:revision>34</cp:revision>
  <dcterms:created xsi:type="dcterms:W3CDTF">2026-08-08T06:33:56Z</dcterms:created>
  <dcterms:modified xsi:type="dcterms:W3CDTF">2026-09-18T17:26:51Z</dcterms:modified>
</cp:coreProperties>
</file>